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130" d="100"/>
          <a:sy n="130" d="100"/>
        </p:scale>
        <p:origin x="102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71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4088" y="192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19202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0" y="-1371600"/>
            <a:ext cx="7315200" cy="4572000"/>
          </a:xfrm>
          <a:prstGeom prst="ellipse">
            <a:avLst/>
          </a:prstGeom>
          <a:solidFill>
            <a:srgbClr val="E05A4E">
              <a:alpha val="4000"/>
            </a:srgbClr>
          </a:solidFill>
          <a:ln w="12700">
            <a:solidFill>
              <a:srgbClr val="E05A4E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02336" y="594360"/>
            <a:ext cx="2468880" cy="210312"/>
          </a:xfrm>
          <a:prstGeom prst="rect">
            <a:avLst/>
          </a:prstGeom>
          <a:solidFill>
            <a:srgbClr val="1A0F0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93776" y="681228"/>
            <a:ext cx="64008" cy="64008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3504" y="594360"/>
            <a:ext cx="2231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2336" y="914400"/>
            <a:ext cx="8339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-200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402336" y="2267712"/>
            <a:ext cx="8339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-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Offensive Cyber Security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2336" y="2615184"/>
            <a:ext cx="8339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penetration testing. No security team required.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" y="2944368"/>
            <a:ext cx="1591056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02336" y="299923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2336" y="3364992"/>
            <a:ext cx="1591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 Detection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57400" y="2944368"/>
            <a:ext cx="1591056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057400" y="299923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57400" y="3364992"/>
            <a:ext cx="1591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12464" y="2944368"/>
            <a:ext cx="1591056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712464" y="299923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12464" y="3364992"/>
            <a:ext cx="1591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67528" y="2944368"/>
            <a:ext cx="1591056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367528" y="299923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82.4%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67528" y="3364992"/>
            <a:ext cx="1591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 Success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22592" y="2944368"/>
            <a:ext cx="1591056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022592" y="299923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22592" y="3364992"/>
            <a:ext cx="1591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 Top 10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02336" y="3767328"/>
            <a:ext cx="36576" cy="14630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12064" y="37673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8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INDEPENDENTLY VALIDATED · TOP INDUSTRY BUG BOUNTY PROGRAMS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375904" y="49057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4088" y="192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19202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02336" y="475488"/>
            <a:ext cx="8339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/10  </a:t>
            </a:r>
            <a:r>
              <a:rPr lang="en-US" sz="7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 //  </a:t>
            </a:r>
            <a:r>
              <a:rPr lang="en-US" sz="7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  //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02336" y="658368"/>
            <a:ext cx="8339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SMEs: most attacked,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2336" y="1115568"/>
            <a:ext cx="8339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least protected.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02336" y="1572768"/>
            <a:ext cx="833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shipping creates hidden vulnerabilities. Attackers find them before you do.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755648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 cost by sector — IBM/Ponemon 2024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02336" y="193852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54480" y="1993392"/>
            <a:ext cx="274320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554480" y="1993392"/>
            <a:ext cx="2743200" cy="4572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52544" y="1938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$9.77M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" y="234086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54480" y="2395728"/>
            <a:ext cx="274320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554480" y="2395728"/>
            <a:ext cx="1700784" cy="4572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352544" y="23408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$6.08M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" y="27432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54480" y="2798064"/>
            <a:ext cx="274320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554480" y="2798064"/>
            <a:ext cx="1371600" cy="4572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352544" y="2743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~$4.9M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" y="31455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54480" y="3200400"/>
            <a:ext cx="274320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554480" y="3200400"/>
            <a:ext cx="987552" cy="4572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352544" y="31455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~$3.5M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2336" y="354787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8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avg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54480" y="3602736"/>
            <a:ext cx="274320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554480" y="3602736"/>
            <a:ext cx="1371600" cy="45720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352544" y="35478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8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$4.88M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" y="4078224"/>
            <a:ext cx="4206240" cy="256032"/>
          </a:xfrm>
          <a:prstGeom prst="rect">
            <a:avLst/>
          </a:prstGeom>
          <a:solidFill>
            <a:srgbClr val="0E0804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12064" y="414223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 —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10027" y="4130207"/>
            <a:ext cx="35625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MCP-based attacks go autonomous in 2026. AI generates 41% of code globally. Attack surfaces expand faster than teams can test.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120640" y="1755648"/>
            <a:ext cx="3712464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248656" y="17922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248656" y="2157984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SMB breaches = ransomware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48656" y="2313432"/>
            <a:ext cx="3456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39% large enterprises · 4× more targeted  ·  Verizon DBIR 2025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20640" y="2542032"/>
            <a:ext cx="3712464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248656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5248656" y="294436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all breaches hit &lt;1,000-person firms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48656" y="3099816"/>
            <a:ext cx="3456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$3.3M avg cost · 60% close within 6 months  ·  IBM 2024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120640" y="3328416"/>
            <a:ext cx="3712464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248656" y="33649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+34%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5248656" y="3730752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rise in exploit-based breaches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48656" y="3886200"/>
            <a:ext cx="3456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shift from phishing to direct exploit  ·  Verizon DBIR 2025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375904" y="49057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4088" y="192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19202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02336" y="475488"/>
            <a:ext cx="8339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/10  </a:t>
            </a:r>
            <a:r>
              <a:rPr lang="en-US" sz="7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 //  </a:t>
            </a:r>
            <a:r>
              <a:rPr lang="en-US" sz="7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Evidence  //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02336" y="658368"/>
            <a:ext cx="8339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Tested on 200+ targets.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2336" y="1115568"/>
            <a:ext cx="8339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Loved by real users.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02336" y="1627632"/>
            <a:ext cx="2084832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02336" y="168249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02336" y="208483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tested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2249424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CTF platforms &amp; bug bounty programs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33472" y="1627632"/>
            <a:ext cx="2084832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633472" y="168249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33472" y="208483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tools built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3472" y="2249424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SQLi·XSS·SSRF·IDOR·cloud·forensics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336" y="2615184"/>
            <a:ext cx="4206240" cy="42062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02336" y="2615184"/>
            <a:ext cx="36576" cy="42062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30352" y="272491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Bounty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10512" y="2724912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programs — findings confirmed exploitable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2336" y="3108960"/>
            <a:ext cx="4206240" cy="42062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02336" y="3108960"/>
            <a:ext cx="36576" cy="42062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30352" y="321868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10512" y="321868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TryHackMe · HackTheBox · PortSwigger · 17+ rooms, 21+ labs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2336" y="3602736"/>
            <a:ext cx="4206240" cy="42062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3602736"/>
            <a:ext cx="36576" cy="42062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30352" y="3712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10512" y="3712464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Mentors &amp; participants: "Very easy and useful" — would use immediately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1627632"/>
            <a:ext cx="36576" cy="950976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91456" y="1627632"/>
            <a:ext cx="4041648" cy="950976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937760" y="170078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don't know any other company at least close to Operant in terms of agentic pentesting."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23408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Leo Golovyrin · App Security Lead, Seznam.cz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0" y="2688336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7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PRODUCT — LIVE NOW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54880" y="2889504"/>
            <a:ext cx="4041648" cy="310896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82896" y="29443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operantlabs.com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17536" y="294436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live site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255264"/>
            <a:ext cx="4041648" cy="310896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82896" y="33101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operant-mcp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17536" y="331012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live demo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621024"/>
            <a:ext cx="4041648" cy="310896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882896" y="36758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github.com/operantlabs/operant-mcp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17536" y="367588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repo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75904" y="49057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4088" y="192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19202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02336" y="475488"/>
            <a:ext cx="8339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/10  </a:t>
            </a:r>
            <a:r>
              <a:rPr lang="en-US" sz="7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 //  </a:t>
            </a:r>
            <a:r>
              <a:rPr lang="en-US" sz="7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  //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02336" y="658368"/>
            <a:ext cx="8339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that attacks your app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2336" y="1115568"/>
            <a:ext cx="8339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attackers do.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02336" y="1609344"/>
            <a:ext cx="420624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02336" y="1609344"/>
            <a:ext cx="36576" cy="438912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" y="171907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847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Claude Code / Claude Desktop · ~5 min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" y="2121408"/>
            <a:ext cx="420624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02336" y="2121408"/>
            <a:ext cx="36576" cy="438912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30352" y="22311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1762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3591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"Test my website" in plain English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2336" y="2633472"/>
            <a:ext cx="420624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02336" y="2633472"/>
            <a:ext cx="36576" cy="438912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30352" y="27432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2688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28712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97.3% detection · 0.2% false positives · hours not weeks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2336" y="3255264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config — operantlabs.com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2336" y="3438144"/>
            <a:ext cx="4206240" cy="1005840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30352" y="3474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claude_desktop_config.json
</a:t>
            </a:r>
            <a:r>
              <a:rPr lang="en-US" sz="9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"operant":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"http"</a:t>
            </a:r>
            <a:r>
              <a:rPr lang="en-US" sz="9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"url"</a:t>
            </a:r>
            <a:r>
              <a:rPr lang="en-US" sz="9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dirty="0">
                <a:solidFill>
                  <a:srgbClr val="3A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"https://mcp.operantlabs.com/mcp"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1591056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attack tools · 8 methodology prompts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54880" y="1792224"/>
            <a:ext cx="4041648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82896" y="18379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42432" y="18379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 · XSS · SSRF · IDOR · CORS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139696"/>
            <a:ext cx="4041648" cy="292608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82896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42432" y="21854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CSRF · bruteforce · cookie tamper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487168"/>
            <a:ext cx="4041648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82896" y="2532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42432" y="25328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CloudTrail · S3 · metadata SSRF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834640"/>
            <a:ext cx="4041648" cy="292608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82896" y="28803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42432" y="2880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PCAP · DNS · TLS · recon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182112"/>
            <a:ext cx="4041648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882896" y="32278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42432" y="32278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2 · ISO 27001 · PCI DSS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35844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754880" y="39684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08192" y="35844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0.2%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108192" y="39684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61504" y="35844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80×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461504" y="39684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375904" y="49057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4088" y="192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19202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02336" y="475488"/>
            <a:ext cx="8339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/10  </a:t>
            </a:r>
            <a:r>
              <a:rPr lang="en-US" sz="7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 //  </a:t>
            </a:r>
            <a:r>
              <a:rPr lang="en-US" sz="7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Trends &amp; Timing  //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02336" y="658368"/>
            <a:ext cx="8339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forces converging.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2336" y="1115568"/>
            <a:ext cx="8339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now.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02336" y="1591056"/>
            <a:ext cx="2718816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30352" y="1682496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ATTACKS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0352" y="1847088"/>
            <a:ext cx="2462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30352" y="2359152"/>
            <a:ext cx="2462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attacks go fully autonomous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578608"/>
            <a:ext cx="2462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MCP-based attacks are now a defining cybercriminal capability. Whoever moves first wins.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" y="3383280"/>
            <a:ext cx="2462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Malwarebytes 2026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212592" y="1591056"/>
            <a:ext cx="2718816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40608" y="1682496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STANDARD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40608" y="1847088"/>
            <a:ext cx="2462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97M+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340608" y="2359152"/>
            <a:ext cx="2462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MCP SDK downloads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0608" y="2578608"/>
            <a:ext cx="2462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100K in Nov 2024 → 8M Apr 2025. Backed by Anthropic, OpenAI, Google, Microsoft, AWS.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40608" y="3383280"/>
            <a:ext cx="2462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Blog · Linux Foundation 2025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022848" y="1591056"/>
            <a:ext cx="2718816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150864" y="1682496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GROWTH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50864" y="1847088"/>
            <a:ext cx="2462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150864" y="2359152"/>
            <a:ext cx="2462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PTaaS CAGR — fastest segment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50864" y="2578608"/>
            <a:ext cx="2462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Pentest: $2.74B → $7.41B by 2034. Only 25% of SMEs have ever run a pentest.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0864" y="3383280"/>
            <a:ext cx="2462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Mordor Intelligence · FBInsights 2025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02336" y="3712464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sizing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02336" y="3877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CyberSec TAM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19072" y="3931920"/>
            <a:ext cx="237744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719072" y="3931920"/>
            <a:ext cx="2377440" cy="4572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014216" y="38770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$34B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2336" y="4206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Pentest TAM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719072" y="4261104"/>
            <a:ext cx="237744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719072" y="4261104"/>
            <a:ext cx="665683" cy="4572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014216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$2.74B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2336" y="45354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719072" y="4590288"/>
            <a:ext cx="237744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719072" y="4590288"/>
            <a:ext cx="404165" cy="45720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014216" y="45354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8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$1.72B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371246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SME security gap — BrightDefense 2025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54880" y="38770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PTaaS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54496" y="3931920"/>
            <a:ext cx="182880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254496" y="3931920"/>
            <a:ext cx="1280160" cy="4572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012716" y="387705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70%+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4206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to adopt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54496" y="4261104"/>
            <a:ext cx="182880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254496" y="4261104"/>
            <a:ext cx="256032" cy="45720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8012716" y="420624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8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54880" y="45354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SMEs ever pentested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54496" y="4590288"/>
            <a:ext cx="1828800" cy="45720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254496" y="4590288"/>
            <a:ext cx="457200" cy="4572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8012716" y="453542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375904" y="49057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4088" y="192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19202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02336" y="475488"/>
            <a:ext cx="8339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/10  </a:t>
            </a:r>
            <a:r>
              <a:rPr lang="en-US" sz="7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  //  </a:t>
            </a:r>
            <a:r>
              <a:rPr lang="en-US" sz="7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GTM + Risks  //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02336" y="658368"/>
            <a:ext cx="8339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SaaS.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2336" y="1115568"/>
            <a:ext cx="8339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MCP-native distribution.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02336" y="1609344"/>
            <a:ext cx="42062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30352" y="16824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SMBs · single app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38144" y="168249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Replaces $5–50K pentests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" y="2011680"/>
            <a:ext cx="42062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0352" y="2084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81328" y="20848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 teams · CI/CD + SOC 2</a:t>
            </a:r>
            <a:endParaRPr lang="en-US" sz="950" dirty="0">
              <a:solidFill>
                <a:srgbClr val="999999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38144" y="208483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10,000+ tests/deploy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2336" y="2414016"/>
            <a:ext cx="42062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30352" y="2487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2487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· unlimited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38144" y="24871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$164K/yr traditional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2336" y="2816352"/>
            <a:ext cx="4206240" cy="365760"/>
          </a:xfrm>
          <a:prstGeom prst="rect">
            <a:avLst/>
          </a:prstGeom>
          <a:solidFill>
            <a:srgbClr val="0E0804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12064" y="2935224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—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81328" y="2921508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manual pentests/yr at $30K = $60K. Operant: ~$12–18K/yr.  3–4× saving from month one.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" y="327355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2336" y="3456432"/>
            <a:ext cx="420624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2064" y="35112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35112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ecosystem · GitHub · dev communities · 33M US SMBs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" y="3803904"/>
            <a:ext cx="4206240" cy="292608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12064" y="38587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88720" y="38587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 teams (50–500) · MSSPs · vCISOs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2336" y="4151376"/>
            <a:ext cx="420624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12064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88720" y="42062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 · Fintech · NIS2 / DORA buyers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159105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ECONOMICS — 2028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1792224"/>
            <a:ext cx="1938528" cy="7863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754880" y="1883664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$14K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754880" y="230428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ARPA/yr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84848" y="1792224"/>
            <a:ext cx="1938528" cy="7863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784848" y="1883664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12.2×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784848" y="230428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LTV/CAC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670048"/>
            <a:ext cx="1938528" cy="7863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754880" y="276148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$21M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4754880" y="318211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2030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84848" y="2670048"/>
            <a:ext cx="1938528" cy="78638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784848" y="276148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85%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784848" y="318211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354787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54880" y="3730752"/>
            <a:ext cx="4041648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882896" y="37673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Competitors move downmarket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43216" y="376732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SME pricing + MCP moat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4059936"/>
            <a:ext cx="4041648" cy="274320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882896" y="4096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regulation restricts tools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43216" y="409651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Compliance-first framing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4389120"/>
            <a:ext cx="4041648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4882896" y="44256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security concerns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43216" y="442569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We ARE the security layer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375904" y="49057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4088" y="192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19202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02336" y="475488"/>
            <a:ext cx="8339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/10  </a:t>
            </a:r>
            <a:r>
              <a:rPr lang="en-US" sz="7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Competition  //  </a:t>
            </a:r>
            <a:r>
              <a:rPr lang="en-US" sz="7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  //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02336" y="658368"/>
            <a:ext cx="8339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Expensive. Reactive.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2336" y="1115568"/>
            <a:ext cx="8339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built for SMEs.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" y="1591056"/>
          <a:ext cx="6784848" cy="211531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Solution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Real Exploits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Always-On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SME Price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Expertise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 Native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Scanners (Nessus)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 Theory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489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 Sched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489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 Mid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Pentest $10–50K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A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Expert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 Once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XBOW $120M raised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A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AI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A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 Per-test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489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BreachLock $18.5M ARR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A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Hybrid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489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 Periodic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489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✕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05A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080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A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Validated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080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A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Always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080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A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SME-first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080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A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Plain Eng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080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A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Native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08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02336" y="4079081"/>
            <a:ext cx="8339328" cy="406051"/>
          </a:xfrm>
          <a:prstGeom prst="rect">
            <a:avLst/>
          </a:prstGeom>
          <a:solidFill>
            <a:srgbClr val="0E0804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12064" y="419709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 —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481328" y="4197096"/>
            <a:ext cx="7150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XBOW &amp; BreachLock target enterprise. 90%+ of breached orgs had &lt;1,000 employees. Nobody building for this at scale. That is our gap.  [Verizon DBIR 2025]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75904" y="49057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4088" y="192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19202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02336" y="475488"/>
            <a:ext cx="8339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/10  </a:t>
            </a:r>
            <a:r>
              <a:rPr lang="en-US" sz="7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 //  </a:t>
            </a:r>
            <a:r>
              <a:rPr lang="en-US" sz="7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Cases  //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02336" y="658368"/>
            <a:ext cx="8339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r>
              <a:rPr lang="en-US" sz="3000" b="1" kern="0" spc="-40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r>
              <a:rPr lang="en-US" sz="3000" b="1" kern="0" spc="-40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2336" y="1133856"/>
            <a:ext cx="8339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operantlabs.com  ·  github.com/operantlabs/operant-mcp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2336" y="1481328"/>
            <a:ext cx="4133088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0352" y="1591056"/>
            <a:ext cx="292608" cy="29260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160934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Real Breach Risk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1956816"/>
            <a:ext cx="3877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97.3% CVE detection · 0.2% false positives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proven exploitable findings.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2487168"/>
            <a:ext cx="3877056" cy="548640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1792" y="2523744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 Remote Code Execution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SQL Injection (auth bypass)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08576" y="1481328"/>
            <a:ext cx="4133088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36592" y="1591056"/>
            <a:ext cx="292608" cy="29260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36592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02352" y="160934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Shorter Path From Test to 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1956816"/>
            <a:ext cx="3877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80× faster. Results in hours not weeks.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Step-by-step reproduction per finding.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36592" y="2487168"/>
            <a:ext cx="3877056" cy="548640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28032" y="2523744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→ Recon → Exploit → Report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" y="3200400"/>
            <a:ext cx="4133088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30352" y="3310128"/>
            <a:ext cx="292608" cy="29260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3035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96112" y="332841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Pace With Modern Dev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3675888"/>
            <a:ext cx="3877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10,000+ tests per deploy in CI/CD.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Always-on, not point-in-time.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" y="4206240"/>
            <a:ext cx="3877056" cy="548640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21792" y="4242816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[!] CRITICAL vuln detected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08576" y="3200400"/>
            <a:ext cx="4133088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736592" y="3310128"/>
            <a:ext cx="292608" cy="29260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73659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02352" y="332841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Compliance With Confidence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36592" y="3675888"/>
            <a:ext cx="3877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· ISO 27001 · PCI DSS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click. $100K+ saved.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36592" y="4206240"/>
            <a:ext cx="3877056" cy="548640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828032" y="4242816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RCE 9.8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 8.6 · XSS 7.5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375904" y="49057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4088" y="192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19202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02336" y="475488"/>
            <a:ext cx="8339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/10  </a:t>
            </a:r>
            <a:r>
              <a:rPr lang="en-US" sz="7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Benchmarks  //  </a:t>
            </a:r>
            <a:r>
              <a:rPr lang="en-US" sz="7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 Results  //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02336" y="658368"/>
            <a:ext cx="8339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Industry-leading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2336" y="1078992"/>
            <a:ext cx="8339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scores.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02336" y="1554480"/>
            <a:ext cx="833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through real bug bounty programs — not lab benchmarks.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" y="1810512"/>
            <a:ext cx="4133088" cy="142646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" y="190195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Cybench · Exploit Success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084832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exploitation benchmarks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30352" y="2249424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82.4%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530352" y="2724912"/>
            <a:ext cx="3194694" cy="18288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0352" y="2816352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of any known AI security agent.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08576" y="1810512"/>
            <a:ext cx="4133088" cy="142646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36592" y="190195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 Top 10 · Coverage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2084832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categories, exploit-confirmed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36592" y="2249424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4736592" y="2724912"/>
            <a:ext cx="3877056" cy="18288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36592" y="2816352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OWASP category proven exploitable.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2336" y="3310128"/>
            <a:ext cx="4133088" cy="142646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30352" y="340156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 Detection 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3584448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vulns across CVE databases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0352" y="3749040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97.3%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530352" y="4224528"/>
            <a:ext cx="3772375" cy="18288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30352" y="4315968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false negatives on critical severity.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08576" y="3310128"/>
            <a:ext cx="4133088" cy="142646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736592" y="340156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 Rate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3584448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scanners avg 40%+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36592" y="3749040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0.2%</a:t>
            </a:r>
            <a:endParaRPr lang="en-US" sz="4200" dirty="0"/>
          </a:p>
        </p:txBody>
      </p:sp>
      <p:sp>
        <p:nvSpPr>
          <p:cNvPr id="33" name="Shape 31"/>
          <p:cNvSpPr/>
          <p:nvPr/>
        </p:nvSpPr>
        <p:spPr>
          <a:xfrm>
            <a:off x="4736592" y="4224528"/>
            <a:ext cx="54864" cy="18288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736592" y="4315968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Developers act immediately. No triage fatigue.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2336" y="4649724"/>
            <a:ext cx="2731008" cy="365760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02336" y="4649724"/>
            <a:ext cx="36576" cy="36576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12064" y="4686300"/>
            <a:ext cx="2566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2064" y="4832604"/>
            <a:ext cx="2566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MCP-native · 97M+ monthly downloads · zero friction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6496" y="4649724"/>
            <a:ext cx="2731008" cy="365760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206496" y="4649724"/>
            <a:ext cx="36576" cy="36576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316224" y="4686300"/>
            <a:ext cx="2566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16224" y="4832604"/>
            <a:ext cx="2566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Exploit-first · deterministic validation · no noise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10656" y="4649724"/>
            <a:ext cx="2731008" cy="365760"/>
          </a:xfrm>
          <a:prstGeom prst="rect">
            <a:avLst/>
          </a:prstGeom>
          <a:solidFill>
            <a:srgbClr val="171717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010656" y="4649724"/>
            <a:ext cx="36576" cy="36576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120384" y="4686300"/>
            <a:ext cx="2566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20384" y="4832604"/>
            <a:ext cx="2566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80× faster · hours not weeks · fraction of cost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75904" y="49057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02336" y="173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4088" y="192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19202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FoundersHack 2026  ·  Nexus 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14400" y="457200"/>
            <a:ext cx="7315200" cy="4572000"/>
          </a:xfrm>
          <a:prstGeom prst="ellipse">
            <a:avLst/>
          </a:prstGeom>
          <a:solidFill>
            <a:srgbClr val="E05A4E">
              <a:alpha val="3000"/>
            </a:srgbClr>
          </a:solidFill>
          <a:ln w="12700">
            <a:solidFill>
              <a:srgbClr val="E05A4E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2336" y="475488"/>
            <a:ext cx="8339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/10  </a:t>
            </a:r>
            <a:r>
              <a:rPr lang="en-US" sz="7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  //  </a:t>
            </a:r>
            <a:r>
              <a:rPr lang="en-US" sz="75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  //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02336" y="658368"/>
            <a:ext cx="8339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that keeps up with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02336" y="1115568"/>
            <a:ext cx="8339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40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software is built today.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02336" y="1609344"/>
            <a:ext cx="2718816" cy="157276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" y="1700784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0352" y="1865376"/>
            <a:ext cx="2462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30352" y="2340864"/>
            <a:ext cx="2462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SMB breaches = ransomware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551176"/>
            <a:ext cx="2462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4× enterprise rate. Traditional tools can't keep up with how SMEs ship today.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2592" y="1609344"/>
            <a:ext cx="2718816" cy="157276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40608" y="1700784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MARKET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40608" y="1865376"/>
            <a:ext cx="2462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340608" y="2340864"/>
            <a:ext cx="2462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CAGR — PTaaS fastest segment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0608" y="2551176"/>
            <a:ext cx="2462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$2.74B → $7.41B by 2034. Enterprise saturated. SMEs underserved.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22848" y="1609344"/>
            <a:ext cx="2718816" cy="157276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150864" y="1700784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50864" y="1865376"/>
            <a:ext cx="2462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150864" y="2340864"/>
            <a:ext cx="2462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zero to first pentest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50864" y="2551176"/>
            <a:ext cx="2462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97.3% detection · 0.2% FP · 200+ targets · live demo now.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2336" y="3346704"/>
            <a:ext cx="8339328" cy="1207008"/>
          </a:xfrm>
          <a:prstGeom prst="rect">
            <a:avLst/>
          </a:prstGeom>
          <a:solidFill>
            <a:srgbClr val="0E0804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03504" y="3511296"/>
            <a:ext cx="274320" cy="27432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03504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0976" y="3794760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operantlabs.com  ·  github.com/operantlabs/operant-mcp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102352" y="3538679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0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Nominate Operant.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102352" y="3886151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SME shipping software has an attacker probing it.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have nothing probing back. We fix that.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75904" y="49057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1411</Words>
  <Application>Microsoft Macintosh PowerPoint</Application>
  <PresentationFormat>화면 슬라이드 쇼(16:9)</PresentationFormat>
  <Paragraphs>343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Inter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Operant — FoundersHack 2026</dc:title>
  <dc:subject>PptxGenJS Presentation</dc:subject>
  <dc:creator>Nexus 3</dc:creator>
  <cp:lastModifiedBy>Jiwon Jang</cp:lastModifiedBy>
  <cp:revision>2</cp:revision>
  <dcterms:created xsi:type="dcterms:W3CDTF">2026-03-22T10:48:39Z</dcterms:created>
  <dcterms:modified xsi:type="dcterms:W3CDTF">2026-03-22T11:13:37Z</dcterms:modified>
</cp:coreProperties>
</file>